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DICKINSON" userId="593544348b2d02be" providerId="LiveId" clId="{A35EA726-1E56-4F61-A94D-86338F22B4FE}"/>
    <pc:docChg chg="modSld">
      <pc:chgData name="JEFFREY DICKINSON" userId="593544348b2d02be" providerId="LiveId" clId="{A35EA726-1E56-4F61-A94D-86338F22B4FE}" dt="2026-03-29T21:27:29.141" v="2" actId="14100"/>
      <pc:docMkLst>
        <pc:docMk/>
      </pc:docMkLst>
      <pc:sldChg chg="modSp mod">
        <pc:chgData name="JEFFREY DICKINSON" userId="593544348b2d02be" providerId="LiveId" clId="{A35EA726-1E56-4F61-A94D-86338F22B4FE}" dt="2026-03-29T21:27:29.141" v="2" actId="14100"/>
        <pc:sldMkLst>
          <pc:docMk/>
          <pc:sldMk cId="0" sldId="262"/>
        </pc:sldMkLst>
        <pc:spChg chg="mod">
          <ac:chgData name="JEFFREY DICKINSON" userId="593544348b2d02be" providerId="LiveId" clId="{A35EA726-1E56-4F61-A94D-86338F22B4FE}" dt="2026-03-29T21:27:29.141" v="2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JEFFREY DICKINSON" userId="593544348b2d02be" providerId="LiveId" clId="{A35EA726-1E56-4F61-A94D-86338F22B4FE}" dt="2026-03-29T21:27:23.453" v="1" actId="1076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Glass Aero Production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Software Value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You're Getting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Repair Order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Full lifecycle tracking with 15-stage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Inventory &amp; 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Parts tracking, bill of materials, issuance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Document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Upload and attach files to repair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Barcode/Label Printing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40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Integrated label printing for Brother printers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Reports &amp;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37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Production metrics, status reports,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06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Real-Time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71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Live sync across all users and devices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User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Role-based access (admin vs standard users)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074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Self-Hosted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40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Runs on YOUR servers - you own the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Commercial MRO Software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Software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Quantum MX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$79 - $159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$948 - $1,908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Per shop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Quantum Control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$99 - $2,000/user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$1,188 - $24,000/user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Corridor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$150 - $400/user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$1,800 - $4,800/user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Per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MRO Logix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$300 - $850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$3,600 - $10,200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Tiered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The Sky Guard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$500 - $900/user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$6,000 - $10,800/user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Per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EF4444"/>
                </a:solidFill>
              </a:defRPr>
            </a:pPr>
            <a:r>
              <a:t>* Plus implementation costs of $5,000 - $50,000 depending on company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5-Year Total Cost of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Commercial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Implementation: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$5,000 - $15,000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Training: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97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$2,000 - $5,000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Year 1 Subscription: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$6,000 - $12,000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Years 2-5: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$24,000 - $48,000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5-YEAR TOTAL: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09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EF4444"/>
                </a:solidFill>
              </a:defRPr>
            </a:pPr>
            <a:r>
              <a:t>$37,000 - $80,000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Glass Aero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License Fee: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945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$13,000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Migration &amp; Setup: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97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Training: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3A5F"/>
                </a:solidFill>
              </a:defRPr>
            </a:pPr>
            <a:r>
              <a:t>Years 2-5: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0">
                <a:solidFill>
                  <a:srgbClr val="1E3A5F"/>
                </a:solidFill>
              </a:defRPr>
            </a:pPr>
            <a: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5-YEAR TOTAL: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10B981"/>
                </a:solidFill>
              </a:defRPr>
            </a:pPr>
            <a:r>
              <a:t>$13,000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669280"/>
            <a:ext cx="48463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57607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5-Year Savings: $24,000 - $67,000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Glass Aero Tracker Is Different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Self-Hosted / Data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Your data stays on YOUR servers in Florida. No dependency on third-party clouds. Full control over backups and security.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No Recurring Subscription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One-time license means you own it forever. No monthly bills that increase. No feature downgrades if you stop paying.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Built For Your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Customized for windshield repair operations. 15-stage workflow matches your actual process. Not bloated with features you don't need.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12079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577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79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No Vendor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79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Standard PostgreSQL database - easy to migrate. Any developer can modify or extend it. You're not trapped.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 Development Replacement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646464"/>
                </a:solidFill>
              </a:defRPr>
            </a:pPr>
            <a:r>
              <a:t>What would it cost to build this from scratch?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Development Source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Hourly Rate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Est. Hours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Cost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Offshore (India/Asia)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$40 - $80/hr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$17,400 - $34,800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Nearshore (Latin America)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$60 - $120/hr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$26,100 - $52,200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U.S. Mid-Market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$100 - $150/hr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$43,500 - $65,250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U.S. Senior Developer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$150 - $220/hr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3A5F"/>
                          </a:solidFill>
                        </a:defRPr>
                      </a:pPr>
                      <a:r>
                        <a:t>$65,250 - $95,700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0" y="4572000"/>
            <a:ext cx="6675120" cy="1371600"/>
          </a:xfrm>
          <a:prstGeom prst="roundRect">
            <a:avLst/>
          </a:prstGeom>
          <a:solidFill>
            <a:srgbClr val="F3F4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475488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Replacement Cost: $17,400 - $95,700</a:t>
            </a:r>
          </a:p>
          <a:p>
            <a:pPr algn="ctr">
              <a:defRPr sz="1800">
                <a:solidFill>
                  <a:srgbClr val="10B981"/>
                </a:solidFill>
              </a:defRPr>
            </a:pPr>
            <a:r>
              <a:t>Your Investment: $13,000 (14% - 75% of replacement cost)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Your 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5760720" cy="410496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$13,000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6517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One-Time License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918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Includes: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657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Full source code and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977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Migration to your ESXi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97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Initial configuration and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61771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User training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30 days post-migration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57400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rPr dirty="0"/>
              <a:t>Optional Ongoing Support: $75/hour as needed (bug fixes, enhancements, modifications)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Schedule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Coordinate with your IT team on ESXi VM setup and network configuration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Database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Export current data and import to your Florida servers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Update connection settings, DNS, SSL certificates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Verify all features work correctly in new environment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08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Walk through the system with your team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7548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Go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Switch over to production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Ready to move forward when you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641</Words>
  <Application>Microsoft Office PowerPoint</Application>
  <PresentationFormat>Widescreen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DICKINSON</cp:lastModifiedBy>
  <cp:revision>1</cp:revision>
  <dcterms:created xsi:type="dcterms:W3CDTF">2013-01-27T09:14:16Z</dcterms:created>
  <dcterms:modified xsi:type="dcterms:W3CDTF">2026-03-29T21:27:30Z</dcterms:modified>
  <cp:category/>
</cp:coreProperties>
</file>